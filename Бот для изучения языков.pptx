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7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75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57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788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234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76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118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49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31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4904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650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2D4BF-41C0-47E5-AD9A-12D4030C385D}" type="datetimeFigureOut">
              <a:rPr lang="ru-RU" smtClean="0"/>
              <a:t>28.03.2026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AA98F-C21B-46ED-ADE8-45A3EA19996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0132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Бот для изучения языков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32167" y="3872382"/>
            <a:ext cx="3464118" cy="1655762"/>
          </a:xfrm>
        </p:spPr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  <a:r>
              <a:rPr lang="ru-RU" dirty="0" smtClean="0"/>
              <a:t>Колесов Илья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8767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Используемые технологии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 smtClean="0">
                <a:latin typeface="+mj-lt"/>
              </a:rPr>
              <a:t>Python </a:t>
            </a:r>
            <a:r>
              <a:rPr lang="ru-RU" b="1" dirty="0">
                <a:latin typeface="+mj-lt"/>
              </a:rPr>
              <a:t>3.13</a:t>
            </a:r>
            <a:r>
              <a:rPr lang="ru-RU" dirty="0">
                <a:latin typeface="+mj-lt"/>
              </a:rPr>
              <a:t> — язык программирования</a:t>
            </a:r>
          </a:p>
          <a:p>
            <a:pPr marL="0" indent="0">
              <a:buNone/>
            </a:pPr>
            <a:r>
              <a:rPr lang="ru-RU" b="1" dirty="0">
                <a:latin typeface="+mj-lt"/>
              </a:rPr>
              <a:t>CustomTkinter</a:t>
            </a:r>
            <a:r>
              <a:rPr lang="ru-RU" dirty="0">
                <a:latin typeface="+mj-lt"/>
              </a:rPr>
              <a:t> — современный GUI с поддержкой тёмной темы</a:t>
            </a:r>
          </a:p>
          <a:p>
            <a:pPr marL="0" indent="0">
              <a:buNone/>
            </a:pPr>
            <a:r>
              <a:rPr lang="ru-RU" b="1" dirty="0" smtClean="0">
                <a:latin typeface="+mj-lt"/>
              </a:rPr>
              <a:t>Regex</a:t>
            </a:r>
            <a:r>
              <a:rPr lang="ru-RU" dirty="0" smtClean="0">
                <a:latin typeface="+mj-lt"/>
              </a:rPr>
              <a:t> </a:t>
            </a:r>
            <a:r>
              <a:rPr lang="ru-RU" dirty="0">
                <a:latin typeface="+mj-lt"/>
              </a:rPr>
              <a:t>— распознавание команд без ML</a:t>
            </a:r>
          </a:p>
          <a:p>
            <a:pPr marL="0" indent="0">
              <a:buNone/>
            </a:pPr>
            <a:r>
              <a:rPr lang="ru-RU" b="1" dirty="0">
                <a:latin typeface="+mj-lt"/>
              </a:rPr>
              <a:t>JSON </a:t>
            </a:r>
            <a:r>
              <a:rPr lang="ru-RU" dirty="0">
                <a:latin typeface="+mj-lt"/>
              </a:rPr>
              <a:t>— хранение истории</a:t>
            </a:r>
          </a:p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6935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Главный экран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251" y="1428750"/>
            <a:ext cx="8297496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00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 бота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419850" cy="425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59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В </a:t>
            </a:r>
            <a:r>
              <a:rPr lang="ru-RU" dirty="0"/>
              <a:t>итоге я</a:t>
            </a:r>
            <a:r>
              <a:rPr lang="ru-RU" dirty="0" smtClean="0"/>
              <a:t> создал </a:t>
            </a:r>
            <a:r>
              <a:rPr lang="ru-RU" dirty="0"/>
              <a:t>полностью рабочее приложение с графическим интерфейсом, </a:t>
            </a:r>
            <a:r>
              <a:rPr lang="ru-RU" dirty="0" smtClean="0"/>
              <a:t>тремя </a:t>
            </a:r>
            <a:r>
              <a:rPr lang="ru-RU" dirty="0"/>
              <a:t>основными функциями, работой без интернета и открытым исходным кодом. Проект готов к использованию и дальнейшему развитию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27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Ссылка на </a:t>
            </a:r>
            <a:r>
              <a:rPr lang="ru-RU" dirty="0" err="1" smtClean="0"/>
              <a:t>репозиторий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en-US" dirty="0" smtClean="0"/>
              <a:t>https://</a:t>
            </a:r>
            <a:r>
              <a:rPr lang="en-US" dirty="0" err="1" smtClean="0"/>
              <a:t>github.com</a:t>
            </a:r>
            <a:r>
              <a:rPr lang="en-US" dirty="0" smtClean="0"/>
              <a:t>/</a:t>
            </a:r>
            <a:r>
              <a:rPr lang="en-US" dirty="0" err="1" smtClean="0"/>
              <a:t>venom8814</a:t>
            </a:r>
            <a:r>
              <a:rPr lang="en-US" dirty="0" smtClean="0"/>
              <a:t>/</a:t>
            </a:r>
            <a:r>
              <a:rPr lang="en-US" dirty="0" err="1" smtClean="0"/>
              <a:t>Language_Bot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050" y="1825625"/>
            <a:ext cx="3648075" cy="341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560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Бот для изучения языков</vt:lpstr>
      <vt:lpstr>Используемые технологии</vt:lpstr>
      <vt:lpstr>Главный экран</vt:lpstr>
      <vt:lpstr>Функционал бота</vt:lpstr>
      <vt:lpstr>Заключение</vt:lpstr>
      <vt:lpstr>Ссылка на репозиторий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Бот для изучения языков</dc:title>
  <dc:creator>RePack by Diakov</dc:creator>
  <cp:lastModifiedBy>RePack by Diakov</cp:lastModifiedBy>
  <cp:revision>2</cp:revision>
  <dcterms:created xsi:type="dcterms:W3CDTF">2026-03-28T01:24:24Z</dcterms:created>
  <dcterms:modified xsi:type="dcterms:W3CDTF">2026-03-28T01:31:35Z</dcterms:modified>
</cp:coreProperties>
</file>